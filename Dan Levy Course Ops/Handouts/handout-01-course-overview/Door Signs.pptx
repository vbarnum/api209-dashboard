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7010400" cy="9236075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1904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A47DF-59DF-BA4A-8D3E-D4310F5FA94B}" type="datetimeFigureOut">
              <a:rPr lang="en-US" smtClean="0"/>
              <a:t>8/29/24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F6B67-18A2-E640-B641-9D390BA0B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74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F6B67-18A2-E640-B641-9D390BA0B1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20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3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4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9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1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7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0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0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1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99B05-5FF9-D84F-ADBD-6332ED3DF2E0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045FB-9A2E-4A4F-B3F2-5F39F4DD7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0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API-209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Please pick up the following </a:t>
            </a:r>
            <a:r>
              <a:rPr lang="en-US" sz="2800" b="1" dirty="0">
                <a:solidFill>
                  <a:srgbClr val="FF0000"/>
                </a:solidFill>
              </a:rPr>
              <a:t>as you come in</a:t>
            </a:r>
            <a:r>
              <a:rPr lang="en-US" sz="2800" dirty="0"/>
              <a:t>:</a:t>
            </a:r>
          </a:p>
          <a:p>
            <a:pPr lvl="1">
              <a:buFont typeface="Wingdings" charset="2"/>
              <a:buChar char="§"/>
            </a:pPr>
            <a:r>
              <a:rPr lang="en-US" sz="2400" dirty="0"/>
              <a:t>Syllabus</a:t>
            </a:r>
          </a:p>
          <a:p>
            <a:pPr lvl="1">
              <a:buFont typeface="Wingdings" charset="2"/>
              <a:buChar char="§"/>
            </a:pPr>
            <a:r>
              <a:rPr lang="en-US" sz="2400" dirty="0"/>
              <a:t>Handout #1</a:t>
            </a:r>
          </a:p>
          <a:p>
            <a:pPr marL="457200" lvl="1" indent="0">
              <a:buNone/>
            </a:pPr>
            <a:endParaRPr lang="en-US" sz="2400" dirty="0"/>
          </a:p>
          <a:p>
            <a:pPr marL="514350" lvl="1" indent="-514350">
              <a:buFont typeface="+mj-lt"/>
              <a:buAutoNum type="arabicPeriod" startAt="2"/>
            </a:pPr>
            <a:r>
              <a:rPr lang="en-US" dirty="0"/>
              <a:t>Please take your seat </a:t>
            </a:r>
            <a:r>
              <a:rPr lang="en-US" b="1" dirty="0">
                <a:solidFill>
                  <a:srgbClr val="FF0000"/>
                </a:solidFill>
              </a:rPr>
              <a:t>as soon as possible</a:t>
            </a:r>
          </a:p>
          <a:p>
            <a:pPr marL="857250" lvl="3" indent="0">
              <a:buNone/>
            </a:pPr>
            <a:endParaRPr lang="en-US" sz="1800" b="1" dirty="0"/>
          </a:p>
          <a:p>
            <a:pPr marL="857250" lvl="3" indent="0">
              <a:buNone/>
            </a:pPr>
            <a:r>
              <a:rPr lang="en-US" sz="1800" b="1" dirty="0"/>
              <a:t>Non-MPA/IDs</a:t>
            </a:r>
            <a:r>
              <a:rPr lang="en-US" sz="1800" dirty="0"/>
              <a:t>: Please choose a </a:t>
            </a:r>
            <a:r>
              <a:rPr lang="en-US" sz="1800" dirty="0">
                <a:solidFill>
                  <a:srgbClr val="00B050"/>
                </a:solidFill>
              </a:rPr>
              <a:t>green</a:t>
            </a:r>
            <a:r>
              <a:rPr lang="en-US" sz="1800" dirty="0"/>
              <a:t> seat (see map on the screen).</a:t>
            </a:r>
          </a:p>
          <a:p>
            <a:pPr marL="857250" lvl="3" indent="0">
              <a:buNone/>
            </a:pPr>
            <a:endParaRPr lang="en-US" sz="1800" dirty="0"/>
          </a:p>
          <a:p>
            <a:pPr marL="514350" lvl="1" indent="-514350">
              <a:buFont typeface="+mj-lt"/>
              <a:buAutoNum type="arabicPeriod" startAt="3"/>
            </a:pPr>
            <a:r>
              <a:rPr lang="en-US" dirty="0"/>
              <a:t>Please put </a:t>
            </a:r>
            <a:r>
              <a:rPr lang="en-US" b="1" dirty="0">
                <a:solidFill>
                  <a:srgbClr val="FF0000"/>
                </a:solidFill>
              </a:rPr>
              <a:t>your name card</a:t>
            </a:r>
            <a:r>
              <a:rPr lang="en-US" b="1" dirty="0"/>
              <a:t> </a:t>
            </a:r>
            <a:r>
              <a:rPr lang="en-US" dirty="0"/>
              <a:t>on your desk </a:t>
            </a:r>
          </a:p>
          <a:p>
            <a:pPr marL="0" lvl="1" indent="0">
              <a:buNone/>
            </a:pPr>
            <a:endParaRPr lang="en-US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74975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3.1.3337"/>
  <p:tag name="PPTVERSION" val="15"/>
  <p:tag name="TPOS" val="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48</Words>
  <Application>Microsoft Macintosh PowerPoint</Application>
  <PresentationFormat>On-screen Show (4:3)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Office Theme</vt:lpstr>
      <vt:lpstr>API-209</vt:lpstr>
    </vt:vector>
  </TitlesOfParts>
  <Company>Harvard Kennedy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Levy</dc:creator>
  <cp:lastModifiedBy>Levy, Dan</cp:lastModifiedBy>
  <cp:revision>16</cp:revision>
  <cp:lastPrinted>2021-08-31T13:51:44Z</cp:lastPrinted>
  <dcterms:created xsi:type="dcterms:W3CDTF">2013-08-30T15:53:39Z</dcterms:created>
  <dcterms:modified xsi:type="dcterms:W3CDTF">2024-08-29T14:20:50Z</dcterms:modified>
</cp:coreProperties>
</file>