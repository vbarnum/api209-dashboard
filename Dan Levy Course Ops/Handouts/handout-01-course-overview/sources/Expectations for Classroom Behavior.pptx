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811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5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C22683-9887-47E4-8521-3C22CBDC79F3}" type="datetimeFigureOut">
              <a:rPr lang="en-US" smtClean="0"/>
              <a:t>8/25/2022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D79A70-6144-4F75-BAEC-52742B023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686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594CE9-3040-114F-AF10-A1043A173F7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67483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F3F94-1A7A-2E00-278A-7CD482A172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7D050D-9858-6A9C-F299-B64F29B656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DFD910-DDD2-752E-4F55-369D4AD33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E16DD-96BF-4F88-A474-164330748093}" type="datetimeFigureOut">
              <a:rPr lang="en-US" smtClean="0"/>
              <a:t>8/25/2022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B90AF1-F8BB-9C7E-A765-7B95C868B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5A62F2-37AA-1965-6904-52E8255E1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D2279-AEA8-42A9-8267-03C09642B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679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86DB-C30F-0AC2-034B-6F5F2EB77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CF739-57BC-090E-4C7B-AF605AFFB7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6C2DA3-9B32-E52F-1E97-E303FC266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E16DD-96BF-4F88-A474-164330748093}" type="datetimeFigureOut">
              <a:rPr lang="en-US" smtClean="0"/>
              <a:t>8/25/2022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8F75AF-92D1-68DE-9D3E-B6D521C75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7494D1-8226-8D31-A264-C53AC532E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D2279-AEA8-42A9-8267-03C09642B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236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AB67D-168A-6875-C2D9-F84018834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FC9947-0453-83D0-78F9-5ECE9FBD8B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F54AF7-D968-EC16-CCDF-49BEB4FB6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E16DD-96BF-4F88-A474-164330748093}" type="datetimeFigureOut">
              <a:rPr lang="en-US" smtClean="0"/>
              <a:t>8/25/2022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109F57-156C-A0BB-B683-F50AADB3F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EEDE7C-811F-FF76-0FE4-BE203E13E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D2279-AEA8-42A9-8267-03C09642B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583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D75C7-D2B0-2A80-0D11-D3619F624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050ED-EA65-F09F-3F81-E75FE14159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65D106-2968-1431-DD14-765D7DD6C6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354D37-264B-CA0E-9121-968E66B10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E16DD-96BF-4F88-A474-164330748093}" type="datetimeFigureOut">
              <a:rPr lang="en-US" smtClean="0"/>
              <a:t>8/25/2022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F1961A-40C7-830E-43B3-F8694D26C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0D1EE5-ECA4-9DB7-F1A9-F7CB86E6C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D2279-AEA8-42A9-8267-03C09642B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640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82F7B-1E4F-0987-00AC-AAC9ABC92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95E818-54C6-FCBF-ACF8-5488A461E7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6CA025-4B4A-36D5-DAE2-1D202F8B58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A23D18-1DC0-5002-FE13-49DCCE2C0E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694D8E-3D96-74FB-53D1-D2002004E8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275BFE-C040-2910-DDA2-5FBFA8440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E16DD-96BF-4F88-A474-164330748093}" type="datetimeFigureOut">
              <a:rPr lang="en-US" smtClean="0"/>
              <a:t>8/25/2022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9771A1-D5A2-6450-8240-D75C43123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27707B-C73A-CEAE-5E14-86C355A74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D2279-AEA8-42A9-8267-03C09642B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821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7205B-EBB8-6835-A246-C5A614F3E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0FB0C6-8BE4-41D7-CFA5-60495F1CE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E16DD-96BF-4F88-A474-164330748093}" type="datetimeFigureOut">
              <a:rPr lang="en-US" smtClean="0"/>
              <a:t>8/25/2022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12527-7655-DE92-22FC-DAB78A035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D4F1D0-A3BC-5A78-0E4D-1D73A7154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D2279-AEA8-42A9-8267-03C09642B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806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685384-FF06-A173-F3CC-E7A937C0A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E16DD-96BF-4F88-A474-164330748093}" type="datetimeFigureOut">
              <a:rPr lang="en-US" smtClean="0"/>
              <a:t>8/25/2022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94FB16-C817-E15A-92F6-FF9A6D856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7A200C-FBD9-C5AF-FAE6-35588F95B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D2279-AEA8-42A9-8267-03C09642B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923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26EB1-6F8B-F1F4-8939-69AF03F82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5D1931-5E99-0848-B773-6ACB82961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B5F297-5FA8-31B2-DBCD-AE4C5420E7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CBE39A-882A-1AF2-B056-453CA5137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E16DD-96BF-4F88-A474-164330748093}" type="datetimeFigureOut">
              <a:rPr lang="en-US" smtClean="0"/>
              <a:t>8/25/2022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AF14AF-0B66-45E1-757C-D49A0CD71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05B3B0-CCB8-C29A-3D57-D1CE039A4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D2279-AEA8-42A9-8267-03C09642B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912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CF466-0F58-2A51-7636-A544F6236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4F750B-4E7B-AB5E-762B-228605BD65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1016C8-71EC-D9CB-4632-F7DF693BAF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A97872-96E4-D1AA-1D65-FC0644A09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E16DD-96BF-4F88-A474-164330748093}" type="datetimeFigureOut">
              <a:rPr lang="en-US" smtClean="0"/>
              <a:t>8/25/2022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864866-E7A5-0BBE-B994-1AA7D0947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A81AC3-FD3E-1C72-3C75-7CCEE6CA8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D2279-AEA8-42A9-8267-03C09642B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262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ACFDB-1C35-50D8-8CCA-13A4AEBD9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C70600-D720-FECA-502F-2D34AA6054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039FE4-AEC8-3539-7879-DDDB5BBFD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E16DD-96BF-4F88-A474-164330748093}" type="datetimeFigureOut">
              <a:rPr lang="en-US" smtClean="0"/>
              <a:t>8/25/2022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C2B664-04D2-E191-7D4A-1F12CBC94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C8B81-E0EA-B77E-81EC-229FA7767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D2279-AEA8-42A9-8267-03C09642B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126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1DE33B-3D3D-DCAD-7FA3-36E0BDA9A6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A5876A-2ABB-5394-9DCF-FC9FE9D8ED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853C8-A311-B018-E65B-D62ED0013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E16DD-96BF-4F88-A474-164330748093}" type="datetimeFigureOut">
              <a:rPr lang="en-US" smtClean="0"/>
              <a:t>8/25/2022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2E1115-D902-78B4-1672-231EE9D4A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92C865-5C26-D81E-C066-21C005A9E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D2279-AEA8-42A9-8267-03C09642B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7907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ngle Line Header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8">
            <a:extLst>
              <a:ext uri="{FF2B5EF4-FFF2-40B4-BE49-F238E27FC236}">
                <a16:creationId xmlns:a16="http://schemas.microsoft.com/office/drawing/2014/main" id="{F83D17D8-C6DA-FA43-9C5A-E775D5AD8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1" y="6256339"/>
            <a:ext cx="582995" cy="365125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accent5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fld id="{B2FE5184-788A-DB40-A2FF-2CD16EF0CB9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7B5D00-73F9-D34F-88AA-432A030391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6358" y="2574749"/>
            <a:ext cx="10583743" cy="34033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ts val="2400"/>
              </a:lnSpc>
              <a:spcBef>
                <a:spcPts val="1200"/>
              </a:spcBef>
              <a:defRPr sz="2000"/>
            </a:lvl1pPr>
            <a:lvl2pPr>
              <a:lnSpc>
                <a:spcPts val="2400"/>
              </a:lnSpc>
              <a:spcBef>
                <a:spcPts val="1200"/>
              </a:spcBef>
              <a:defRPr sz="2000"/>
            </a:lvl2pPr>
            <a:lvl3pPr>
              <a:lnSpc>
                <a:spcPts val="2400"/>
              </a:lnSpc>
              <a:spcBef>
                <a:spcPts val="1200"/>
              </a:spcBef>
              <a:defRPr sz="2000"/>
            </a:lvl3pPr>
            <a:lvl4pPr>
              <a:lnSpc>
                <a:spcPts val="2400"/>
              </a:lnSpc>
              <a:spcBef>
                <a:spcPts val="1200"/>
              </a:spcBef>
              <a:defRPr sz="2000"/>
            </a:lvl4pPr>
            <a:lvl5pPr>
              <a:lnSpc>
                <a:spcPts val="2400"/>
              </a:lnSpc>
              <a:spcBef>
                <a:spcPts val="1200"/>
              </a:spcBef>
              <a:defRPr sz="20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44746BD-9138-F84B-B32D-BEFE21507E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2513" y="239366"/>
            <a:ext cx="10583743" cy="1012261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Single Line Header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03BA82F-59B6-CA4A-A6C8-9E59EAA223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0498" y="6296661"/>
            <a:ext cx="3277103" cy="299863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6DF0E24-E758-9D4E-AE3F-BBC88A030512}"/>
              </a:ext>
            </a:extLst>
          </p:cNvPr>
          <p:cNvCxnSpPr>
            <a:cxnSpLocks/>
          </p:cNvCxnSpPr>
          <p:nvPr userDrawn="1"/>
        </p:nvCxnSpPr>
        <p:spPr>
          <a:xfrm flipH="1">
            <a:off x="-303479" y="1144957"/>
            <a:ext cx="919745" cy="0"/>
          </a:xfrm>
          <a:prstGeom prst="line">
            <a:avLst/>
          </a:prstGeom>
          <a:ln w="12700">
            <a:solidFill>
              <a:srgbClr val="CC00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8CF243F5-C71D-A74F-A898-8BC4E27F43E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6358" y="1600201"/>
            <a:ext cx="10583743" cy="696283"/>
          </a:xfrm>
        </p:spPr>
        <p:txBody>
          <a:bodyPr lIns="0" tIns="0" rIns="0" bIns="0" anchor="b">
            <a:noAutofit/>
          </a:bodyPr>
          <a:lstStyle>
            <a:lvl1pPr marL="0" marR="0" indent="0" algn="l" defTabSz="685800" rtl="0" eaLnBrk="1" fontAlgn="auto" latinLnBrk="0" hangingPunct="1">
              <a:lnSpc>
                <a:spcPts val="2400"/>
              </a:lnSpc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  <a:buSzTx/>
              <a:buFont typeface="System Font Regular"/>
              <a:buNone/>
              <a:tabLst/>
              <a:defRPr sz="2000"/>
            </a:lvl1pPr>
          </a:lstStyle>
          <a:p>
            <a:pPr marL="0" marR="0" lvl="0" indent="0" algn="l" defTabSz="685800" rtl="0" eaLnBrk="1" fontAlgn="auto" latinLnBrk="0" hangingPunct="1">
              <a:lnSpc>
                <a:spcPts val="2100"/>
              </a:lnSpc>
              <a:spcBef>
                <a:spcPts val="900"/>
              </a:spcBef>
              <a:spcAft>
                <a:spcPts val="0"/>
              </a:spcAft>
              <a:buClr>
                <a:schemeClr val="accent5"/>
              </a:buClr>
              <a:buSzTx/>
              <a:buFont typeface="System Font Regular"/>
              <a:buNone/>
              <a:tabLst/>
              <a:defRPr/>
            </a:pPr>
            <a:endParaRPr lang="en-US" spc="-2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1967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16E683-5CC7-5899-B0A1-81DDF5EBE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524BE8-20B8-179F-FB15-E6E1FFAE01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31C748-745E-F613-8210-24231E7B81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7E16DD-96BF-4F88-A474-164330748093}" type="datetimeFigureOut">
              <a:rPr lang="en-US" smtClean="0"/>
              <a:t>8/25/2022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8FA30F-81FE-52C9-A235-B28077C2B2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1201B8-E04D-6AE2-E91D-4E5872D9C2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2D2279-AEA8-42A9-8267-03C09642B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943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896B7742-E4E3-7E48-9368-F1CC10CA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0" tIns="60960" rIns="121920" bIns="60960" rtlCol="0" anchor="ctr" anchorCtr="0"/>
          <a:lstStyle/>
          <a:p>
            <a:pPr>
              <a:defRPr/>
            </a:pPr>
            <a:fld id="{5D4288BE-71A7-8F44-B2F2-6CD80FE9091C}" type="slidenum">
              <a:rPr lang="en-US">
                <a:solidFill>
                  <a:srgbClr val="B0B0B2"/>
                </a:solidFill>
              </a:rPr>
              <a:pPr>
                <a:defRPr/>
              </a:pPr>
              <a:t>1</a:t>
            </a:fld>
            <a:endParaRPr lang="en-US" dirty="0">
              <a:solidFill>
                <a:srgbClr val="B0B0B2"/>
              </a:solidFill>
            </a:endParaRP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ED67E12F-5AAB-E444-8CA2-1B85E41726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125884" y="1993338"/>
            <a:ext cx="8161117" cy="4263001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endParaRPr lang="en-US" altLang="en-US" b="1" dirty="0">
              <a:solidFill>
                <a:schemeClr val="accent1"/>
              </a:solidFill>
              <a:latin typeface="Helvetica Neue" panose="020005030000000200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en-US" b="1" dirty="0">
                <a:solidFill>
                  <a:srgbClr val="C00000"/>
                </a:solidFill>
                <a:latin typeface="Helvetica Neue" panose="02000503000000020004"/>
              </a:rPr>
              <a:t>Be on time. </a:t>
            </a:r>
            <a:r>
              <a:rPr lang="en-US" altLang="en-US" dirty="0">
                <a:latin typeface="Helvetica Neue" panose="02000503000000020004"/>
              </a:rPr>
              <a:t>In your seat, ready to learn.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endParaRPr lang="en-US" altLang="en-US" dirty="0">
              <a:solidFill>
                <a:schemeClr val="accent1"/>
              </a:solidFill>
              <a:latin typeface="Helvetica Neue" panose="020005030000000200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en-US" dirty="0">
                <a:latin typeface="Helvetica Neue" panose="02000503000000020004"/>
              </a:rPr>
              <a:t>Bring your name placard.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en-US" dirty="0">
                <a:latin typeface="Helvetica Neue" panose="02000503000000020004"/>
              </a:rPr>
              <a:t>No side conversations.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en-US" dirty="0">
                <a:latin typeface="Helvetica Neue" panose="02000503000000020004"/>
              </a:rPr>
              <a:t>Leave class for emergencies only.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en-US" dirty="0">
                <a:latin typeface="Helvetica Neue" panose="02000503000000020004"/>
              </a:rPr>
              <a:t>Tablets may be used for course-related purposes.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en-US" dirty="0">
                <a:latin typeface="Helvetica Neue" panose="02000503000000020004"/>
              </a:rPr>
              <a:t>No other </a:t>
            </a:r>
            <a:r>
              <a:rPr lang="en-US" altLang="en-US">
                <a:latin typeface="Helvetica Neue" panose="02000503000000020004"/>
              </a:rPr>
              <a:t>electronics permitted </a:t>
            </a:r>
            <a:r>
              <a:rPr lang="en-US" altLang="en-US" dirty="0">
                <a:latin typeface="Helvetica Neue" panose="02000503000000020004"/>
              </a:rPr>
              <a:t>unless requested by the instructor.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en-US" dirty="0">
                <a:latin typeface="Helvetica Neue" panose="02000503000000020004"/>
              </a:rPr>
              <a:t>Cell phones off.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en-US" dirty="0">
                <a:latin typeface="Helvetica Neue" panose="02000503000000020004"/>
              </a:rPr>
              <a:t>Please wear masks, for the time being.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endParaRPr lang="en-US" altLang="en-US" dirty="0">
              <a:latin typeface="Helvetica Neue" panose="020005030000000200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  <a:defRPr/>
            </a:pPr>
            <a:endParaRPr lang="en-US" i="1" dirty="0">
              <a:latin typeface="Helvetica Neue" panose="02000503000000020004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endParaRPr lang="en-US" altLang="en-US" dirty="0">
              <a:solidFill>
                <a:srgbClr val="000000"/>
              </a:solidFill>
              <a:latin typeface="Helvetica Neue" panose="02000503000000020004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>
              <a:latin typeface="Helvetica Neue" panose="02000503000000020004"/>
              <a:cs typeface="Osaka"/>
            </a:endParaRPr>
          </a:p>
        </p:txBody>
      </p:sp>
      <p:sp>
        <p:nvSpPr>
          <p:cNvPr id="37" name="Title 36">
            <a:extLst>
              <a:ext uri="{FF2B5EF4-FFF2-40B4-BE49-F238E27FC236}">
                <a16:creationId xmlns:a16="http://schemas.microsoft.com/office/drawing/2014/main" id="{0F844DD8-533B-A340-BB01-F0676A96A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125" y="132696"/>
            <a:ext cx="12356409" cy="1012261"/>
          </a:xfrm>
        </p:spPr>
        <p:txBody>
          <a:bodyPr/>
          <a:lstStyle/>
          <a:p>
            <a:r>
              <a:rPr lang="en-US" altLang="en-US" sz="3600" dirty="0">
                <a:solidFill>
                  <a:srgbClr val="C00000"/>
                </a:solidFill>
                <a:latin typeface="Helvetica Neue" panose="02000503000000020004"/>
              </a:rPr>
              <a:t>Expectations for Classroom Behavior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63848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64</Words>
  <Application>Microsoft Office PowerPoint</Application>
  <PresentationFormat>Widescreen</PresentationFormat>
  <Paragraphs>15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Helvetica Neue</vt:lpstr>
      <vt:lpstr>System Font Regular</vt:lpstr>
      <vt:lpstr>Office Theme</vt:lpstr>
      <vt:lpstr>Expectations for Classroom Behavior</vt:lpstr>
    </vt:vector>
  </TitlesOfParts>
  <Company>Harvard University Kennedy School of Government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Expectations for Classroom Behavior</dc:title>
  <dc:creator>Finney, Carol J.</dc:creator>
  <cp:lastModifiedBy>Finney, Carol J.</cp:lastModifiedBy>
  <cp:revision>4</cp:revision>
  <dcterms:created xsi:type="dcterms:W3CDTF">2022-08-18T18:02:22Z</dcterms:created>
  <dcterms:modified xsi:type="dcterms:W3CDTF">2022-08-25T16:11:15Z</dcterms:modified>
</cp:coreProperties>
</file>